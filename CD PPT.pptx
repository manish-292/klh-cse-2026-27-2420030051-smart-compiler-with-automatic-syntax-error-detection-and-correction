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03" r:id="rId8"/>
    <p:sldId id="902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.png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149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18/09/26</a:t>
            </a:r>
            <a:endParaRPr lang="en-US" alt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r>
                        <a:rPr lang="en-US" alt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K.Manish-2420030051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M.Abhishek-2420030070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M.Swetha-2420030116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K.Charanya-2420030116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Dr.Dwarakanath Sir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CD Professor, 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622262"/>
            <a:ext cx="1071562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Poppins" pitchFamily="2" charset="77"/>
              </a:rPr>
              <a:t>Smart Compiler with Automatic Syntax Error Detection and Correction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DESIGN(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24CS2235F)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Review-</a:t>
            </a:r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44550" y="1475740"/>
            <a:ext cx="9735820" cy="414972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compilers detect syntax errors but display complex technical messages.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Beginners often struggle to understand these errors, locate the cause, and apply the correct fix.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increased debugging time and slows down the learning process.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Smart Compiler that: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syntax errors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clear explanations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simple language.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Suggests possible corrections to guide the programmer.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Such a system will bridge the gap between conventional compiler error handling and beginner-friendly programming environments.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2850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29285" y="1036955"/>
            <a:ext cx="11170285" cy="478409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 Syntax Error Detection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Identify common syntax errors such as missing semicolons, unmatched brackets, invalid operators, and incorrect statements.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Error Explanation in Simple Language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clear, beginner-friendly explanations instead of complex compiler messages.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Correction Suggestions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Suggest possible fixes for detected errors to guide the programmer.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Debugging Environment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write, analyze, and improve code before execution.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Tool for Compiler Design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Help students understand lexical, syntax, and semantic analysis phases practically.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Generation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Produce intermediate code for valid programs to demonstrate compiler workflow.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 Debugging Time &amp; Improve Learning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Enhance programming comprehension and efficiency for beginners</a:t>
            </a:r>
            <a:r>
              <a:rPr sz="2400"/>
              <a:t>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14630" y="1019810"/>
          <a:ext cx="11847195" cy="463931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52525"/>
                <a:gridCol w="2322195"/>
                <a:gridCol w="2503805"/>
                <a:gridCol w="2970530"/>
                <a:gridCol w="2898140"/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Gupta &amp; Sharma (2023)</a:t>
                      </a:r>
                      <a:endParaRPr lang="en-US" alt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Error Detection in Compiler Design</a:t>
                      </a:r>
                      <a:endParaRPr lang="en-US" altLang="en-US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Rule-based grammar checking</a:t>
                      </a:r>
                      <a:endParaRPr lang="en-US" alt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Improved detection of syntax errors in educational compilers</a:t>
                      </a:r>
                      <a:endParaRPr lang="en-US" alt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Limited correction suggestions; lacks semantic analysis</a:t>
                      </a:r>
                      <a:endParaRPr lang="en-US" alt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Zhang et al. (2024)</a:t>
                      </a:r>
                      <a:endParaRPr lang="en-US" alt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AI-Assisted Code Debugging</a:t>
                      </a:r>
                      <a:endParaRPr lang="en-US" alt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Neural Machine Translation for code correction</a:t>
                      </a:r>
                      <a:endParaRPr lang="en-US" alt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Provided contextual fixes for syntax errors in Python</a:t>
                      </a:r>
                      <a:endParaRPr lang="en-US" alt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Accuracy drops with complex nested errors</a:t>
                      </a:r>
                      <a:endParaRPr lang="en-US" alt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Patel &amp; Reddy (2025)</a:t>
                      </a:r>
                      <a:endParaRPr lang="en-US" alt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IDE with Syntax Correction</a:t>
                      </a:r>
                      <a:endParaRPr lang="en-US" alt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Syntax Tree (AST) parsing + dataset-driven learning</a:t>
                      </a:r>
                      <a:endParaRPr lang="en-US" alt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Detected syntax, logical, and runtime errors with correction hints</a:t>
                      </a:r>
                      <a:endParaRPr lang="en-US" alt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Needs larger datasets; limited to Python and Java</a:t>
                      </a:r>
                      <a:endParaRPr lang="en-US" alt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36449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25450" y="1147445"/>
            <a:ext cx="11573510" cy="56311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Compilers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Detect syntax errors but display cryptic technical messages.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little to no guidance for beginners on how to fix errors.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IDE Support Tools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Offer hints or auto-completion but lack deep compiler-level analysis.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Focus more on productivity than on educational clarity.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AI/ML Approaches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Achieve good accuracy in error detection but struggle with complex nested errors and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semantic-level corrections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Often require large datasets and are not integrated into compiler workflows.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system that combines compiler phases (lexical, syntax, semantic) with intelligent, beginner-friendly error correction and explanation.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Lack of an interactive educational tool that reduces debugging time while teaching compiler design concepts.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43530" y="35272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01040" y="1110615"/>
            <a:ext cx="10043160" cy="543179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Error Handling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traditional compiler messages by providing clear explanations and correction suggestions in real time.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Orientation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Designed as a learning tool for students, helping them understand compiler phases (lexical, syntax, semantic) through interactive debugging.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Environment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write, analyze, and correct code before execution, reducing debugging effort and improving comprehension.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traditional compiler techniques with intelligent error correction mechanisms, bridging the gap between conventional compilers and modern IDEs.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 Expansion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foundation for advanced features such as AI-assisted debugging, code optimization, and multi-language support.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Design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beginner-friendly usability, making programming less intimidating and more accessible.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  <a:endParaRPr lang="en-US" sz="4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038498" y="1477826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Table 2"/>
          <p:cNvGraphicFramePr/>
          <p:nvPr/>
        </p:nvGraphicFramePr>
        <p:xfrm>
          <a:off x="565785" y="2149475"/>
          <a:ext cx="10690225" cy="4267200"/>
        </p:xfrm>
        <a:graphic>
          <a:graphicData uri="http://schemas.openxmlformats.org/drawingml/2006/table">
            <a:tbl>
              <a:tblPr/>
              <a:tblGrid>
                <a:gridCol w="3700145"/>
                <a:gridCol w="3495040"/>
                <a:gridCol w="3495040"/>
              </a:tblGrid>
              <a:tr h="28702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Activities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72770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1–2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gathering, literature survey, grammar design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7020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3–4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Lexical analyzer &amp; syntax analyzer implementation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7020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analysis integration &amp; error detection module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72770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6–7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correction suggestions &amp; interactive debugging environment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7020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5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Intermediate code generation &amp; testing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7020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6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9–10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Documentation, presentation, and future scope planning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4838</Words>
  <Application>WPS Presentation</Application>
  <PresentationFormat>Widescreen</PresentationFormat>
  <Paragraphs>215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Poppins</vt:lpstr>
      <vt:lpstr>Segoe Print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WPS_1723121317</cp:lastModifiedBy>
  <cp:revision>35</cp:revision>
  <dcterms:created xsi:type="dcterms:W3CDTF">2026-08-08T06:33:00Z</dcterms:created>
  <dcterms:modified xsi:type="dcterms:W3CDTF">2026-09-18T06:39:39Z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442E552AB63A437DBB08EB7B97BA83F2_13</vt:lpwstr>
  </property>
  <property fmtid="{D5CDD505-2E9C-101B-9397-08002B2CF9AE}" pid="3" name="KSOProductBuildVer">
    <vt:lpwstr>1033-12.1.0.28485</vt:lpwstr>
  </property>
</Properties>
</file>